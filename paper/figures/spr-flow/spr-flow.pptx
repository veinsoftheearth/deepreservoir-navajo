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6803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7745"/>
    <a:srgbClr val="FFFFFF"/>
    <a:srgbClr val="23445C"/>
    <a:srgbClr val="C17439"/>
    <a:srgbClr val="28847D"/>
    <a:srgbClr val="2A9D8F"/>
    <a:srgbClr val="8B98A5"/>
    <a:srgbClr val="1267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02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25" y="1122363"/>
            <a:ext cx="6528276" cy="2387600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041" y="3602038"/>
            <a:ext cx="5760244" cy="1655762"/>
          </a:xfrm>
        </p:spPr>
        <p:txBody>
          <a:bodyPr/>
          <a:lstStyle>
            <a:lvl1pPr marL="0" indent="0" algn="ctr">
              <a:buNone/>
              <a:defRPr sz="2016"/>
            </a:lvl1pPr>
            <a:lvl2pPr marL="384002" indent="0" algn="ctr">
              <a:buNone/>
              <a:defRPr sz="1680"/>
            </a:lvl2pPr>
            <a:lvl3pPr marL="768005" indent="0" algn="ctr">
              <a:buNone/>
              <a:defRPr sz="1512"/>
            </a:lvl3pPr>
            <a:lvl4pPr marL="1152007" indent="0" algn="ctr">
              <a:buNone/>
              <a:defRPr sz="1344"/>
            </a:lvl4pPr>
            <a:lvl5pPr marL="1536009" indent="0" algn="ctr">
              <a:buNone/>
              <a:defRPr sz="1344"/>
            </a:lvl5pPr>
            <a:lvl6pPr marL="1920011" indent="0" algn="ctr">
              <a:buNone/>
              <a:defRPr sz="1344"/>
            </a:lvl6pPr>
            <a:lvl7pPr marL="2304014" indent="0" algn="ctr">
              <a:buNone/>
              <a:defRPr sz="1344"/>
            </a:lvl7pPr>
            <a:lvl8pPr marL="2688016" indent="0" algn="ctr">
              <a:buNone/>
              <a:defRPr sz="1344"/>
            </a:lvl8pPr>
            <a:lvl9pPr marL="3072018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73C90-A72B-4F1B-9295-914E7F0D45C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6FBA-ED4A-40F8-B340-DB8B2D163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1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73C90-A72B-4F1B-9295-914E7F0D45C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6FBA-ED4A-40F8-B340-DB8B2D163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515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023" y="1709740"/>
            <a:ext cx="6624280" cy="2852737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4023" y="4589465"/>
            <a:ext cx="6624280" cy="1500187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4002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8005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2007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6009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20011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4014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801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2018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73C90-A72B-4F1B-9295-914E7F0D45C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6FBA-ED4A-40F8-B340-DB8B2D163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5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8022" y="1825625"/>
            <a:ext cx="326413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88165" y="1825625"/>
            <a:ext cx="326413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73C90-A72B-4F1B-9295-914E7F0D45C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6FBA-ED4A-40F8-B340-DB8B2D163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42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023" y="365127"/>
            <a:ext cx="662428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9024" y="1681163"/>
            <a:ext cx="3249137" cy="823912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02" indent="0">
              <a:buNone/>
              <a:defRPr sz="1680" b="1"/>
            </a:lvl2pPr>
            <a:lvl3pPr marL="768005" indent="0">
              <a:buNone/>
              <a:defRPr sz="1512" b="1"/>
            </a:lvl3pPr>
            <a:lvl4pPr marL="1152007" indent="0">
              <a:buNone/>
              <a:defRPr sz="1344" b="1"/>
            </a:lvl4pPr>
            <a:lvl5pPr marL="1536009" indent="0">
              <a:buNone/>
              <a:defRPr sz="1344" b="1"/>
            </a:lvl5pPr>
            <a:lvl6pPr marL="1920011" indent="0">
              <a:buNone/>
              <a:defRPr sz="1344" b="1"/>
            </a:lvl6pPr>
            <a:lvl7pPr marL="2304014" indent="0">
              <a:buNone/>
              <a:defRPr sz="1344" b="1"/>
            </a:lvl7pPr>
            <a:lvl8pPr marL="2688016" indent="0">
              <a:buNone/>
              <a:defRPr sz="1344" b="1"/>
            </a:lvl8pPr>
            <a:lvl9pPr marL="3072018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024" y="2505075"/>
            <a:ext cx="32491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165" y="1681163"/>
            <a:ext cx="3265138" cy="823912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02" indent="0">
              <a:buNone/>
              <a:defRPr sz="1680" b="1"/>
            </a:lvl2pPr>
            <a:lvl3pPr marL="768005" indent="0">
              <a:buNone/>
              <a:defRPr sz="1512" b="1"/>
            </a:lvl3pPr>
            <a:lvl4pPr marL="1152007" indent="0">
              <a:buNone/>
              <a:defRPr sz="1344" b="1"/>
            </a:lvl4pPr>
            <a:lvl5pPr marL="1536009" indent="0">
              <a:buNone/>
              <a:defRPr sz="1344" b="1"/>
            </a:lvl5pPr>
            <a:lvl6pPr marL="1920011" indent="0">
              <a:buNone/>
              <a:defRPr sz="1344" b="1"/>
            </a:lvl6pPr>
            <a:lvl7pPr marL="2304014" indent="0">
              <a:buNone/>
              <a:defRPr sz="1344" b="1"/>
            </a:lvl7pPr>
            <a:lvl8pPr marL="2688016" indent="0">
              <a:buNone/>
              <a:defRPr sz="1344" b="1"/>
            </a:lvl8pPr>
            <a:lvl9pPr marL="3072018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88165" y="2505075"/>
            <a:ext cx="326513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73C90-A72B-4F1B-9295-914E7F0D45C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6FBA-ED4A-40F8-B340-DB8B2D163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61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73C90-A72B-4F1B-9295-914E7F0D45C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6FBA-ED4A-40F8-B340-DB8B2D163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69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73C90-A72B-4F1B-9295-914E7F0D45C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6FBA-ED4A-40F8-B340-DB8B2D163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01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023" y="457200"/>
            <a:ext cx="2477105" cy="1600200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138" y="987427"/>
            <a:ext cx="3888165" cy="4873625"/>
          </a:xfrm>
        </p:spPr>
        <p:txBody>
          <a:bodyPr/>
          <a:lstStyle>
            <a:lvl1pPr>
              <a:defRPr sz="2688"/>
            </a:lvl1pPr>
            <a:lvl2pPr>
              <a:defRPr sz="2352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9023" y="2057400"/>
            <a:ext cx="2477105" cy="3811588"/>
          </a:xfrm>
        </p:spPr>
        <p:txBody>
          <a:bodyPr/>
          <a:lstStyle>
            <a:lvl1pPr marL="0" indent="0">
              <a:buNone/>
              <a:defRPr sz="1344"/>
            </a:lvl1pPr>
            <a:lvl2pPr marL="384002" indent="0">
              <a:buNone/>
              <a:defRPr sz="1176"/>
            </a:lvl2pPr>
            <a:lvl3pPr marL="768005" indent="0">
              <a:buNone/>
              <a:defRPr sz="1008"/>
            </a:lvl3pPr>
            <a:lvl4pPr marL="1152007" indent="0">
              <a:buNone/>
              <a:defRPr sz="840"/>
            </a:lvl4pPr>
            <a:lvl5pPr marL="1536009" indent="0">
              <a:buNone/>
              <a:defRPr sz="840"/>
            </a:lvl5pPr>
            <a:lvl6pPr marL="1920011" indent="0">
              <a:buNone/>
              <a:defRPr sz="840"/>
            </a:lvl6pPr>
            <a:lvl7pPr marL="2304014" indent="0">
              <a:buNone/>
              <a:defRPr sz="840"/>
            </a:lvl7pPr>
            <a:lvl8pPr marL="2688016" indent="0">
              <a:buNone/>
              <a:defRPr sz="840"/>
            </a:lvl8pPr>
            <a:lvl9pPr marL="3072018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73C90-A72B-4F1B-9295-914E7F0D45C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6FBA-ED4A-40F8-B340-DB8B2D163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42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023" y="457200"/>
            <a:ext cx="2477105" cy="1600200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65138" y="987427"/>
            <a:ext cx="3888165" cy="4873625"/>
          </a:xfrm>
        </p:spPr>
        <p:txBody>
          <a:bodyPr anchor="t"/>
          <a:lstStyle>
            <a:lvl1pPr marL="0" indent="0">
              <a:buNone/>
              <a:defRPr sz="2688"/>
            </a:lvl1pPr>
            <a:lvl2pPr marL="384002" indent="0">
              <a:buNone/>
              <a:defRPr sz="2352"/>
            </a:lvl2pPr>
            <a:lvl3pPr marL="768005" indent="0">
              <a:buNone/>
              <a:defRPr sz="2016"/>
            </a:lvl3pPr>
            <a:lvl4pPr marL="1152007" indent="0">
              <a:buNone/>
              <a:defRPr sz="1680"/>
            </a:lvl4pPr>
            <a:lvl5pPr marL="1536009" indent="0">
              <a:buNone/>
              <a:defRPr sz="1680"/>
            </a:lvl5pPr>
            <a:lvl6pPr marL="1920011" indent="0">
              <a:buNone/>
              <a:defRPr sz="1680"/>
            </a:lvl6pPr>
            <a:lvl7pPr marL="2304014" indent="0">
              <a:buNone/>
              <a:defRPr sz="1680"/>
            </a:lvl7pPr>
            <a:lvl8pPr marL="2688016" indent="0">
              <a:buNone/>
              <a:defRPr sz="1680"/>
            </a:lvl8pPr>
            <a:lvl9pPr marL="3072018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9023" y="2057400"/>
            <a:ext cx="2477105" cy="3811588"/>
          </a:xfrm>
        </p:spPr>
        <p:txBody>
          <a:bodyPr/>
          <a:lstStyle>
            <a:lvl1pPr marL="0" indent="0">
              <a:buNone/>
              <a:defRPr sz="1344"/>
            </a:lvl1pPr>
            <a:lvl2pPr marL="384002" indent="0">
              <a:buNone/>
              <a:defRPr sz="1176"/>
            </a:lvl2pPr>
            <a:lvl3pPr marL="768005" indent="0">
              <a:buNone/>
              <a:defRPr sz="1008"/>
            </a:lvl3pPr>
            <a:lvl4pPr marL="1152007" indent="0">
              <a:buNone/>
              <a:defRPr sz="840"/>
            </a:lvl4pPr>
            <a:lvl5pPr marL="1536009" indent="0">
              <a:buNone/>
              <a:defRPr sz="840"/>
            </a:lvl5pPr>
            <a:lvl6pPr marL="1920011" indent="0">
              <a:buNone/>
              <a:defRPr sz="840"/>
            </a:lvl6pPr>
            <a:lvl7pPr marL="2304014" indent="0">
              <a:buNone/>
              <a:defRPr sz="840"/>
            </a:lvl7pPr>
            <a:lvl8pPr marL="2688016" indent="0">
              <a:buNone/>
              <a:defRPr sz="840"/>
            </a:lvl8pPr>
            <a:lvl9pPr marL="3072018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73C90-A72B-4F1B-9295-914E7F0D45C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6FBA-ED4A-40F8-B340-DB8B2D163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7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73C90-A72B-4F1B-9295-914E7F0D45C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6FBA-ED4A-40F8-B340-DB8B2D163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66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96233" y="365125"/>
            <a:ext cx="165607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8023" y="365125"/>
            <a:ext cx="487220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73C90-A72B-4F1B-9295-914E7F0D45C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56FBA-ED4A-40F8-B340-DB8B2D163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223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8023" y="365127"/>
            <a:ext cx="6624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8023" y="1825625"/>
            <a:ext cx="66242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8022" y="6356352"/>
            <a:ext cx="17280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73C90-A72B-4F1B-9295-914E7F0D45C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4108" y="6356352"/>
            <a:ext cx="25921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4230" y="6356352"/>
            <a:ext cx="17280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556FBA-ED4A-40F8-B340-DB8B2D163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71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8005" rtl="0" eaLnBrk="1" latinLnBrk="0" hangingPunct="1">
        <a:lnSpc>
          <a:spcPct val="90000"/>
        </a:lnSpc>
        <a:spcBef>
          <a:spcPct val="0"/>
        </a:spcBef>
        <a:buNone/>
        <a:defRPr sz="36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001" indent="-192001" algn="l" defTabSz="768005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1pPr>
      <a:lvl2pPr marL="576003" indent="-192001" algn="l" defTabSz="76800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60006" indent="-192001" algn="l" defTabSz="76800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4008" indent="-192001" algn="l" defTabSz="76800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8010" indent="-192001" algn="l" defTabSz="76800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2013" indent="-192001" algn="l" defTabSz="76800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6015" indent="-192001" algn="l" defTabSz="76800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80017" indent="-192001" algn="l" defTabSz="76800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4019" indent="-192001" algn="l" defTabSz="768005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8005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4002" algn="l" defTabSz="768005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8005" algn="l" defTabSz="768005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2007" algn="l" defTabSz="768005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6009" algn="l" defTabSz="768005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20011" algn="l" defTabSz="768005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4014" algn="l" defTabSz="768005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8016" algn="l" defTabSz="768005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2018" algn="l" defTabSz="768005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91EAC-693F-7E83-6DA0-ED765E69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F9B525-7A64-EE98-51BE-82B48BE5229D}"/>
              </a:ext>
            </a:extLst>
          </p:cNvPr>
          <p:cNvSpPr/>
          <p:nvPr/>
        </p:nvSpPr>
        <p:spPr>
          <a:xfrm>
            <a:off x="450790" y="268301"/>
            <a:ext cx="2412871" cy="512456"/>
          </a:xfrm>
          <a:prstGeom prst="roundRect">
            <a:avLst/>
          </a:prstGeom>
          <a:solidFill>
            <a:srgbClr val="23445C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Agent chooses SPR target</a:t>
            </a:r>
          </a:p>
          <a:p>
            <a:pPr algn="ctr"/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(none / 2,500 / 5,000 / 8,000 / 10,000 cfs)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5895A463-8D44-1F93-FC78-B70EEC7B2589}"/>
              </a:ext>
            </a:extLst>
          </p:cNvPr>
          <p:cNvSpPr/>
          <p:nvPr/>
        </p:nvSpPr>
        <p:spPr>
          <a:xfrm>
            <a:off x="2328779" y="939068"/>
            <a:ext cx="1779348" cy="727949"/>
          </a:xfrm>
          <a:prstGeom prst="diamond">
            <a:avLst/>
          </a:prstGeom>
          <a:solidFill>
            <a:srgbClr val="126782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Inside SPR date window?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EC232BB-5B50-848F-448A-18F1602FB90B}"/>
              </a:ext>
            </a:extLst>
          </p:cNvPr>
          <p:cNvSpPr/>
          <p:nvPr/>
        </p:nvSpPr>
        <p:spPr>
          <a:xfrm>
            <a:off x="6315465" y="425064"/>
            <a:ext cx="1147966" cy="354254"/>
          </a:xfrm>
          <a:prstGeom prst="roundRect">
            <a:avLst/>
          </a:prstGeom>
          <a:solidFill>
            <a:srgbClr val="8B98A5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 reward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(0)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143B303-DC06-4665-766B-E7FD491FD41D}"/>
              </a:ext>
            </a:extLst>
          </p:cNvPr>
          <p:cNvSpPr/>
          <p:nvPr/>
        </p:nvSpPr>
        <p:spPr>
          <a:xfrm>
            <a:off x="397168" y="1077645"/>
            <a:ext cx="1398290" cy="521221"/>
          </a:xfrm>
          <a:prstGeom prst="roundRect">
            <a:avLst/>
          </a:prstGeom>
          <a:solidFill>
            <a:srgbClr val="D97745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outside-window (-P2)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C03575-9FC2-C74E-9D4D-85D2C935FB51}"/>
              </a:ext>
            </a:extLst>
          </p:cNvPr>
          <p:cNvCxnSpPr>
            <a:cxnSpLocks/>
          </p:cNvCxnSpPr>
          <p:nvPr/>
        </p:nvCxnSpPr>
        <p:spPr>
          <a:xfrm>
            <a:off x="3030342" y="546393"/>
            <a:ext cx="479908" cy="0"/>
          </a:xfrm>
          <a:prstGeom prst="straightConnector1">
            <a:avLst/>
          </a:prstGeom>
          <a:ln w="31750">
            <a:solidFill>
              <a:srgbClr val="23445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73D06C5-393B-527C-DC2C-5545E4840CA3}"/>
              </a:ext>
            </a:extLst>
          </p:cNvPr>
          <p:cNvSpPr/>
          <p:nvPr/>
        </p:nvSpPr>
        <p:spPr>
          <a:xfrm>
            <a:off x="4475347" y="3589318"/>
            <a:ext cx="1341796" cy="436861"/>
          </a:xfrm>
          <a:prstGeom prst="roundRect">
            <a:avLst/>
          </a:prstGeom>
          <a:solidFill>
            <a:srgbClr val="2A9D8F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no-action 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(C3 – P8)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9658297-5BF4-3E28-8058-2579FD5C5632}"/>
              </a:ext>
            </a:extLst>
          </p:cNvPr>
          <p:cNvSpPr/>
          <p:nvPr/>
        </p:nvSpPr>
        <p:spPr>
          <a:xfrm>
            <a:off x="6125057" y="3597537"/>
            <a:ext cx="1443308" cy="398855"/>
          </a:xfrm>
          <a:prstGeom prst="roundRect">
            <a:avLst/>
          </a:prstGeom>
          <a:solidFill>
            <a:srgbClr val="D97745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no-action 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(-P1 – P8)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0BB7783-D925-EED8-530F-F0D3A51186D7}"/>
              </a:ext>
            </a:extLst>
          </p:cNvPr>
          <p:cNvSpPr/>
          <p:nvPr/>
        </p:nvSpPr>
        <p:spPr>
          <a:xfrm>
            <a:off x="115652" y="2431929"/>
            <a:ext cx="1565389" cy="549135"/>
          </a:xfrm>
          <a:prstGeom prst="roundRect">
            <a:avLst/>
          </a:prstGeom>
          <a:solidFill>
            <a:srgbClr val="D97745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unreachable target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(-P3 – P8)</a:t>
            </a:r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64558217-39D5-2B04-245A-F8F689848BF3}"/>
              </a:ext>
            </a:extLst>
          </p:cNvPr>
          <p:cNvSpPr/>
          <p:nvPr/>
        </p:nvSpPr>
        <p:spPr>
          <a:xfrm>
            <a:off x="2137228" y="5175813"/>
            <a:ext cx="2204112" cy="1139589"/>
          </a:xfrm>
          <a:prstGeom prst="diamond">
            <a:avLst/>
          </a:prstGeom>
          <a:solidFill>
            <a:srgbClr val="126782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Was chosen target hit after release?</a:t>
            </a:r>
          </a:p>
        </p:txBody>
      </p:sp>
      <p:sp>
        <p:nvSpPr>
          <p:cNvPr id="54" name="Diamond 53">
            <a:extLst>
              <a:ext uri="{FF2B5EF4-FFF2-40B4-BE49-F238E27FC236}">
                <a16:creationId xmlns:a16="http://schemas.microsoft.com/office/drawing/2014/main" id="{9B6CB13D-A883-5265-57C9-058051C7DA64}"/>
              </a:ext>
            </a:extLst>
          </p:cNvPr>
          <p:cNvSpPr/>
          <p:nvPr/>
        </p:nvSpPr>
        <p:spPr>
          <a:xfrm>
            <a:off x="3833807" y="175361"/>
            <a:ext cx="1737360" cy="809378"/>
          </a:xfrm>
          <a:prstGeom prst="diamond">
            <a:avLst/>
          </a:prstGeom>
          <a:solidFill>
            <a:srgbClr val="126782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Try SPR today?</a:t>
            </a:r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C94C403F-4A71-C226-AF6B-F54DDB273C92}"/>
              </a:ext>
            </a:extLst>
          </p:cNvPr>
          <p:cNvSpPr/>
          <p:nvPr/>
        </p:nvSpPr>
        <p:spPr>
          <a:xfrm>
            <a:off x="4773208" y="2351516"/>
            <a:ext cx="2236776" cy="789583"/>
          </a:xfrm>
          <a:prstGeom prst="diamond">
            <a:avLst/>
          </a:prstGeom>
          <a:solidFill>
            <a:srgbClr val="126782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Justified SPR opportunity?</a:t>
            </a:r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2BD71634-ACDC-F668-8928-9867C0143AD0}"/>
              </a:ext>
            </a:extLst>
          </p:cNvPr>
          <p:cNvSpPr/>
          <p:nvPr/>
        </p:nvSpPr>
        <p:spPr>
          <a:xfrm>
            <a:off x="2315145" y="2284631"/>
            <a:ext cx="1782906" cy="772668"/>
          </a:xfrm>
          <a:prstGeom prst="diamond">
            <a:avLst/>
          </a:prstGeom>
          <a:solidFill>
            <a:srgbClr val="126782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Reachable with
enough dates left?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Diamond 60">
            <a:extLst>
              <a:ext uri="{FF2B5EF4-FFF2-40B4-BE49-F238E27FC236}">
                <a16:creationId xmlns:a16="http://schemas.microsoft.com/office/drawing/2014/main" id="{8F7AE90A-12AF-78D5-26EB-B3E247A0EDF1}"/>
              </a:ext>
            </a:extLst>
          </p:cNvPr>
          <p:cNvSpPr/>
          <p:nvPr/>
        </p:nvSpPr>
        <p:spPr>
          <a:xfrm>
            <a:off x="2021614" y="3708881"/>
            <a:ext cx="2430424" cy="834039"/>
          </a:xfrm>
          <a:prstGeom prst="diamond">
            <a:avLst/>
          </a:prstGeom>
          <a:solidFill>
            <a:srgbClr val="126782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latin typeface="Arial" panose="020B0604020202020204" pitchFamily="34" charset="0"/>
                <a:cs typeface="Arial" panose="020B0604020202020204" pitchFamily="34" charset="0"/>
              </a:rPr>
              <a:t>Needed, enough dates
left, and gate open?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FFADB8C3-4A12-9EEB-13B6-99D20AA65A1D}"/>
              </a:ext>
            </a:extLst>
          </p:cNvPr>
          <p:cNvSpPr/>
          <p:nvPr/>
        </p:nvSpPr>
        <p:spPr>
          <a:xfrm>
            <a:off x="22373" y="3864174"/>
            <a:ext cx="1340771" cy="589084"/>
          </a:xfrm>
          <a:prstGeom prst="roundRect">
            <a:avLst/>
          </a:prstGeom>
          <a:solidFill>
            <a:srgbClr val="D97745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excess target 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(-P4 - P8)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1D7EC6D0-804E-FC88-958E-8E14CB2E7608}"/>
              </a:ext>
            </a:extLst>
          </p:cNvPr>
          <p:cNvSpPr/>
          <p:nvPr/>
        </p:nvSpPr>
        <p:spPr>
          <a:xfrm>
            <a:off x="163857" y="5482972"/>
            <a:ext cx="1340771" cy="589084"/>
          </a:xfrm>
          <a:prstGeom prst="roundRect">
            <a:avLst/>
          </a:prstGeom>
          <a:solidFill>
            <a:srgbClr val="D97745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shortfall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(-P5 - P7 - P8)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B5FB0E8E-F94F-DE49-ED9E-33B8E5D12AC3}"/>
              </a:ext>
            </a:extLst>
          </p:cNvPr>
          <p:cNvSpPr/>
          <p:nvPr/>
        </p:nvSpPr>
        <p:spPr>
          <a:xfrm>
            <a:off x="4745771" y="4458951"/>
            <a:ext cx="1959124" cy="589084"/>
          </a:xfrm>
          <a:prstGeom prst="roundRect">
            <a:avLst/>
          </a:prstGeom>
          <a:solidFill>
            <a:srgbClr val="2A9D8F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useful-hit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(C1 - P6 + (C2 or -P7) –P8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396B373C-D136-908C-4B0B-77DD69D9CA5B}"/>
              </a:ext>
            </a:extLst>
          </p:cNvPr>
          <p:cNvCxnSpPr>
            <a:cxnSpLocks/>
          </p:cNvCxnSpPr>
          <p:nvPr/>
        </p:nvCxnSpPr>
        <p:spPr>
          <a:xfrm flipH="1">
            <a:off x="3756434" y="808892"/>
            <a:ext cx="386862" cy="302456"/>
          </a:xfrm>
          <a:prstGeom prst="straightConnector1">
            <a:avLst/>
          </a:prstGeom>
          <a:ln w="31750">
            <a:solidFill>
              <a:srgbClr val="28847D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D570B7F-B0B4-DFE9-0552-A8D81BDBA8C5}"/>
              </a:ext>
            </a:extLst>
          </p:cNvPr>
          <p:cNvCxnSpPr>
            <a:cxnSpLocks/>
          </p:cNvCxnSpPr>
          <p:nvPr/>
        </p:nvCxnSpPr>
        <p:spPr>
          <a:xfrm>
            <a:off x="5191340" y="851096"/>
            <a:ext cx="316523" cy="316523"/>
          </a:xfrm>
          <a:prstGeom prst="straightConnector1">
            <a:avLst/>
          </a:prstGeom>
          <a:ln w="31750">
            <a:solidFill>
              <a:srgbClr val="C17439"/>
            </a:solidFill>
            <a:prstDash val="sys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340D05F8-0B1F-96CA-C330-8ACF09826CD9}"/>
              </a:ext>
            </a:extLst>
          </p:cNvPr>
          <p:cNvSpPr/>
          <p:nvPr/>
        </p:nvSpPr>
        <p:spPr>
          <a:xfrm>
            <a:off x="5013361" y="1042229"/>
            <a:ext cx="1709012" cy="727949"/>
          </a:xfrm>
          <a:prstGeom prst="diamond">
            <a:avLst/>
          </a:prstGeom>
          <a:solidFill>
            <a:srgbClr val="126782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Inside SPR window?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0D6713E-4E1E-0B49-7D08-87E361EF40A0}"/>
              </a:ext>
            </a:extLst>
          </p:cNvPr>
          <p:cNvCxnSpPr>
            <a:cxnSpLocks/>
          </p:cNvCxnSpPr>
          <p:nvPr/>
        </p:nvCxnSpPr>
        <p:spPr>
          <a:xfrm flipH="1">
            <a:off x="1765856" y="1298912"/>
            <a:ext cx="497061" cy="0"/>
          </a:xfrm>
          <a:prstGeom prst="straightConnector1">
            <a:avLst/>
          </a:prstGeom>
          <a:ln w="31750">
            <a:solidFill>
              <a:srgbClr val="C17439"/>
            </a:solidFill>
            <a:prstDash val="sys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6102C6-F9B4-EC80-6DC4-BA1832C2A785}"/>
              </a:ext>
            </a:extLst>
          </p:cNvPr>
          <p:cNvCxnSpPr>
            <a:cxnSpLocks/>
          </p:cNvCxnSpPr>
          <p:nvPr/>
        </p:nvCxnSpPr>
        <p:spPr>
          <a:xfrm>
            <a:off x="3184352" y="1721463"/>
            <a:ext cx="0" cy="494199"/>
          </a:xfrm>
          <a:prstGeom prst="straightConnector1">
            <a:avLst/>
          </a:prstGeom>
          <a:ln w="31750">
            <a:solidFill>
              <a:srgbClr val="28847D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9B5418D-40C8-3D62-02F7-F31B0B2E7CF2}"/>
              </a:ext>
            </a:extLst>
          </p:cNvPr>
          <p:cNvCxnSpPr>
            <a:cxnSpLocks/>
          </p:cNvCxnSpPr>
          <p:nvPr/>
        </p:nvCxnSpPr>
        <p:spPr>
          <a:xfrm flipV="1">
            <a:off x="6369989" y="852056"/>
            <a:ext cx="449206" cy="346893"/>
          </a:xfrm>
          <a:prstGeom prst="straightConnector1">
            <a:avLst/>
          </a:prstGeom>
          <a:ln w="31750">
            <a:solidFill>
              <a:srgbClr val="C17439"/>
            </a:solidFill>
            <a:prstDash val="sys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78FA56-92F5-5329-1414-201E901017E6}"/>
              </a:ext>
            </a:extLst>
          </p:cNvPr>
          <p:cNvCxnSpPr>
            <a:cxnSpLocks/>
          </p:cNvCxnSpPr>
          <p:nvPr/>
        </p:nvCxnSpPr>
        <p:spPr>
          <a:xfrm flipV="1">
            <a:off x="3895356" y="5081156"/>
            <a:ext cx="762530" cy="326471"/>
          </a:xfrm>
          <a:prstGeom prst="straightConnector1">
            <a:avLst/>
          </a:prstGeom>
          <a:ln w="31750">
            <a:solidFill>
              <a:srgbClr val="28847D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72F8999-62AD-CDB3-D55A-B10F4578072A}"/>
              </a:ext>
            </a:extLst>
          </p:cNvPr>
          <p:cNvCxnSpPr>
            <a:cxnSpLocks/>
          </p:cNvCxnSpPr>
          <p:nvPr/>
        </p:nvCxnSpPr>
        <p:spPr>
          <a:xfrm flipH="1">
            <a:off x="1742410" y="2682235"/>
            <a:ext cx="497061" cy="0"/>
          </a:xfrm>
          <a:prstGeom prst="straightConnector1">
            <a:avLst/>
          </a:prstGeom>
          <a:ln w="31750">
            <a:solidFill>
              <a:srgbClr val="C17439"/>
            </a:solidFill>
            <a:prstDash val="sys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255AAD0-AC03-AF98-19F5-EEA2A97D5F00}"/>
              </a:ext>
            </a:extLst>
          </p:cNvPr>
          <p:cNvCxnSpPr>
            <a:cxnSpLocks/>
          </p:cNvCxnSpPr>
          <p:nvPr/>
        </p:nvCxnSpPr>
        <p:spPr>
          <a:xfrm>
            <a:off x="3217176" y="3139955"/>
            <a:ext cx="0" cy="494199"/>
          </a:xfrm>
          <a:prstGeom prst="straightConnector1">
            <a:avLst/>
          </a:prstGeom>
          <a:ln w="31750">
            <a:solidFill>
              <a:srgbClr val="28847D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A25B5F3-3F35-05D7-7688-4589321FBB10}"/>
              </a:ext>
            </a:extLst>
          </p:cNvPr>
          <p:cNvCxnSpPr>
            <a:cxnSpLocks/>
          </p:cNvCxnSpPr>
          <p:nvPr/>
        </p:nvCxnSpPr>
        <p:spPr>
          <a:xfrm flipH="1">
            <a:off x="1437610" y="4135896"/>
            <a:ext cx="497061" cy="0"/>
          </a:xfrm>
          <a:prstGeom prst="straightConnector1">
            <a:avLst/>
          </a:prstGeom>
          <a:ln w="31750">
            <a:solidFill>
              <a:srgbClr val="C17439"/>
            </a:solidFill>
            <a:prstDash val="sys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8CAA01D-A4A1-431F-9316-C233728DA6E4}"/>
              </a:ext>
            </a:extLst>
          </p:cNvPr>
          <p:cNvCxnSpPr>
            <a:cxnSpLocks/>
          </p:cNvCxnSpPr>
          <p:nvPr/>
        </p:nvCxnSpPr>
        <p:spPr>
          <a:xfrm>
            <a:off x="3242967" y="4628786"/>
            <a:ext cx="0" cy="494199"/>
          </a:xfrm>
          <a:prstGeom prst="straightConnector1">
            <a:avLst/>
          </a:prstGeom>
          <a:ln w="31750">
            <a:solidFill>
              <a:srgbClr val="28847D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BDC6422-4103-B435-B0FE-F8E75C726973}"/>
              </a:ext>
            </a:extLst>
          </p:cNvPr>
          <p:cNvCxnSpPr>
            <a:cxnSpLocks/>
          </p:cNvCxnSpPr>
          <p:nvPr/>
        </p:nvCxnSpPr>
        <p:spPr>
          <a:xfrm flipH="1">
            <a:off x="1561875" y="5751336"/>
            <a:ext cx="497061" cy="0"/>
          </a:xfrm>
          <a:prstGeom prst="straightConnector1">
            <a:avLst/>
          </a:prstGeom>
          <a:ln w="31750">
            <a:solidFill>
              <a:srgbClr val="C17439"/>
            </a:solidFill>
            <a:prstDash val="sys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D7BA7EF-4B92-6F5B-8634-E36C8BED18AC}"/>
              </a:ext>
            </a:extLst>
          </p:cNvPr>
          <p:cNvCxnSpPr>
            <a:cxnSpLocks/>
          </p:cNvCxnSpPr>
          <p:nvPr/>
        </p:nvCxnSpPr>
        <p:spPr>
          <a:xfrm>
            <a:off x="5877343" y="1841759"/>
            <a:ext cx="0" cy="454555"/>
          </a:xfrm>
          <a:prstGeom prst="straightConnector1">
            <a:avLst/>
          </a:prstGeom>
          <a:ln w="31750">
            <a:solidFill>
              <a:srgbClr val="28847D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36EF83F-9194-D71A-0BB9-619511609705}"/>
              </a:ext>
            </a:extLst>
          </p:cNvPr>
          <p:cNvCxnSpPr>
            <a:cxnSpLocks/>
          </p:cNvCxnSpPr>
          <p:nvPr/>
        </p:nvCxnSpPr>
        <p:spPr>
          <a:xfrm flipH="1">
            <a:off x="5335877" y="3170888"/>
            <a:ext cx="250874" cy="351694"/>
          </a:xfrm>
          <a:prstGeom prst="straightConnector1">
            <a:avLst/>
          </a:prstGeom>
          <a:ln w="31750">
            <a:solidFill>
              <a:srgbClr val="C17439"/>
            </a:solidFill>
            <a:prstDash val="sys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BFEBC02-CC54-1FAA-B792-A4326F759162}"/>
              </a:ext>
            </a:extLst>
          </p:cNvPr>
          <p:cNvCxnSpPr>
            <a:cxnSpLocks/>
          </p:cNvCxnSpPr>
          <p:nvPr/>
        </p:nvCxnSpPr>
        <p:spPr>
          <a:xfrm>
            <a:off x="6466213" y="3039504"/>
            <a:ext cx="277121" cy="411841"/>
          </a:xfrm>
          <a:prstGeom prst="straightConnector1">
            <a:avLst/>
          </a:prstGeom>
          <a:ln w="31750">
            <a:solidFill>
              <a:srgbClr val="28847D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CDD3357-75D8-2E44-9CFC-101CD374872B}"/>
              </a:ext>
            </a:extLst>
          </p:cNvPr>
          <p:cNvSpPr/>
          <p:nvPr/>
        </p:nvSpPr>
        <p:spPr>
          <a:xfrm>
            <a:off x="4678668" y="5455228"/>
            <a:ext cx="2524990" cy="12157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EEF41ABA-5C70-E75D-CBAF-125E75431D14}"/>
              </a:ext>
            </a:extLst>
          </p:cNvPr>
          <p:cNvSpPr/>
          <p:nvPr/>
        </p:nvSpPr>
        <p:spPr>
          <a:xfrm>
            <a:off x="4831092" y="5517572"/>
            <a:ext cx="436707" cy="176226"/>
          </a:xfrm>
          <a:prstGeom prst="diamond">
            <a:avLst/>
          </a:prstGeom>
          <a:solidFill>
            <a:srgbClr val="126782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4EE22C24-6D99-11D7-7B57-AEE11AEF424F}"/>
              </a:ext>
            </a:extLst>
          </p:cNvPr>
          <p:cNvSpPr/>
          <p:nvPr/>
        </p:nvSpPr>
        <p:spPr>
          <a:xfrm>
            <a:off x="4915009" y="5793633"/>
            <a:ext cx="268870" cy="147685"/>
          </a:xfrm>
          <a:prstGeom prst="roundRect">
            <a:avLst/>
          </a:prstGeom>
          <a:solidFill>
            <a:srgbClr val="2A9D8F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2EF5E9DD-3B5A-7193-D6CC-8A8BD880BBBF}"/>
              </a:ext>
            </a:extLst>
          </p:cNvPr>
          <p:cNvSpPr/>
          <p:nvPr/>
        </p:nvSpPr>
        <p:spPr>
          <a:xfrm>
            <a:off x="4915009" y="6020370"/>
            <a:ext cx="268870" cy="147685"/>
          </a:xfrm>
          <a:prstGeom prst="roundRect">
            <a:avLst/>
          </a:prstGeom>
          <a:solidFill>
            <a:srgbClr val="D97745"/>
          </a:solidFill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AE17A6F-8F86-0258-DCA7-C005DBDDA6CF}"/>
              </a:ext>
            </a:extLst>
          </p:cNvPr>
          <p:cNvCxnSpPr>
            <a:cxnSpLocks/>
          </p:cNvCxnSpPr>
          <p:nvPr/>
        </p:nvCxnSpPr>
        <p:spPr>
          <a:xfrm>
            <a:off x="4847262" y="6330234"/>
            <a:ext cx="404364" cy="0"/>
          </a:xfrm>
          <a:prstGeom prst="straightConnector1">
            <a:avLst/>
          </a:prstGeom>
          <a:ln w="31750">
            <a:solidFill>
              <a:srgbClr val="C17439"/>
            </a:solidFill>
            <a:prstDash val="sysDash"/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7F2EC43-D319-C3AD-32EC-1EE6142239A0}"/>
              </a:ext>
            </a:extLst>
          </p:cNvPr>
          <p:cNvCxnSpPr>
            <a:cxnSpLocks/>
          </p:cNvCxnSpPr>
          <p:nvPr/>
        </p:nvCxnSpPr>
        <p:spPr>
          <a:xfrm>
            <a:off x="4839725" y="6554761"/>
            <a:ext cx="419438" cy="0"/>
          </a:xfrm>
          <a:prstGeom prst="straightConnector1">
            <a:avLst/>
          </a:prstGeom>
          <a:ln w="31750">
            <a:solidFill>
              <a:srgbClr val="28847D"/>
            </a:solidFill>
            <a:tailEnd type="triangle" w="med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E9B3BF62-0C5B-8AD9-3299-BE466284CC00}"/>
              </a:ext>
            </a:extLst>
          </p:cNvPr>
          <p:cNvSpPr txBox="1"/>
          <p:nvPr/>
        </p:nvSpPr>
        <p:spPr>
          <a:xfrm>
            <a:off x="5270949" y="5476009"/>
            <a:ext cx="1914307" cy="1220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decision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credit (positive reward)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penalty (negative reward)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  <a:p>
            <a:pPr>
              <a:spcAft>
                <a:spcPts val="400"/>
              </a:spcAft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3560894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5878</TotalTime>
  <Words>128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Schwenk, Jon</dc:creator>
  <cp:lastModifiedBy>Schwenk, Jon</cp:lastModifiedBy>
  <cp:revision>11</cp:revision>
  <dcterms:created xsi:type="dcterms:W3CDTF">2026-06-26T20:40:43Z</dcterms:created>
  <dcterms:modified xsi:type="dcterms:W3CDTF">2026-09-23T18:39:55Z</dcterms:modified>
</cp:coreProperties>
</file>